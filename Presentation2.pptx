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DF99-428F-C1A6-ED77-D5E977F51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BD373-B03B-D684-C75F-5BDE7E70D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7B1C8-5304-4EAA-1DDF-6DF07EAC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C44B-C708-E898-E95A-988504C9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79100-AA0C-4F10-1149-5CB67C18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89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3877E-6227-1B66-D524-A904DDE2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DC15-56D5-F1B2-EECD-6F7959523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8B893-7BF8-875C-60B2-07E77AB3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51EB7-73E9-3B9C-E51D-8E96EF8F1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9B2C4-C985-7CE4-BE4B-31AA4B50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2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5EBE-0771-2740-1F2F-52A86B90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688EE-8482-9657-C7FC-E8FABB39A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79479-E987-8533-94F5-106DF209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64EE8-092B-D6AD-38D7-82722BAB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1E5C9-511D-FBD8-7197-0252779E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7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422A-B7B2-C7E0-7944-3A4D975F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9B3B7-30F5-E34E-0388-41AB1393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F6B54-DFC4-17E5-55D1-06556069E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BFC87-2987-0CF6-33A6-A1C4725E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0EE41-25E6-7D64-572D-F971019F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6DBD5-D34B-018C-EE02-9FFD287F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78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F874-B8F4-41AB-A05A-90F42952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3056-B57C-F191-CA80-90F50A174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EAA53-93A6-2F31-2584-D69E838F0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BED2F1-BD97-A477-DB95-81DDC3CA5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1568C-61B7-C49D-BF94-73E6C6B63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4F12F-A117-AB74-4CE1-43910187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F48FA-4FA7-DF09-5544-D4C0888D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02B4F-435B-01CD-D232-1DF4C0B3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83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EF78-555E-9000-B290-5BE940D4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F39484-4BBB-1831-32A1-636AABD6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BDFFE-B45D-9CC8-A887-C4A941A0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AD0E7-DEFE-3DBF-E8DB-94C3E48D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54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059DF-955B-7ED7-7585-600C1A6D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0C1F4-0DFB-20BE-205D-989D3376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B964-36DB-19B8-581C-774458F0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91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C536-DF05-C83B-5A38-3C1FE78F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0E7C-02C3-5059-D4C6-1E85E6097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4C043-A61B-F14D-ECFC-77DA289E1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6144F-F97A-F240-8C72-707E33A3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A6DD7-BFD1-FEFF-8D28-7BC06154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B745F-7E3D-0E00-C74F-BA19B25B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96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D86E-DFD4-A3E3-6FD5-B9B838CB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0BA61-D0CD-9B65-D3DB-661ED5A7E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26BE4-8B79-1C9F-2006-7F98119E0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48F5A-ADF6-6044-EA0B-14C0D25A9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74D6F-3543-067C-2B79-41B877EA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19AA6-9FD8-FEA1-CDFD-8A12CED7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3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45AF-C09B-63C4-CEDD-F9EBA5CD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568D0-9258-C287-96C4-F4D2808DE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D4285-20F3-B790-F15A-BF312E0F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49055-0BAF-1082-C316-73491A84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CE9C0-5734-C9DF-4A70-A0A5E97F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29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1067A-3B5E-DCF9-F297-196168DB0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9C663-136A-3263-4EFF-BECCF2A65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A1193-3C4B-5DC4-F0CD-B9586D041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C9C1-8929-6037-C8D8-40AC7994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FFC78-AFCC-BB72-6BD0-C1E2A539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83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55D26-E963-7A2F-5829-17414C9FE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2205C-71C6-03C3-E15C-3B1B234E8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6E8B2-00B1-2C29-EC71-D0D9B87B0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DEA72-B166-45A2-9004-0A904DD9A5E3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27ECB-9C2C-7F95-F8B5-A0BC4C30C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2B4A6-CBF4-850D-DB0B-CF5686591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DF14C-DFE9-4170-AE00-E48AC7B4A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E91698-6119-9EB8-BC6F-F26E7AA53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28" y="1081547"/>
            <a:ext cx="11611641" cy="494190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D134C9-C673-981C-4671-E0A6EAB0BA1B}"/>
              </a:ext>
            </a:extLst>
          </p:cNvPr>
          <p:cNvSpPr/>
          <p:nvPr/>
        </p:nvSpPr>
        <p:spPr>
          <a:xfrm>
            <a:off x="280028" y="206477"/>
            <a:ext cx="11611641" cy="62807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Excel Dashboard Project – High Cloud Airlines Performance Analysis</a:t>
            </a:r>
            <a:endParaRPr lang="en-IN" sz="24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5209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680CC2-14A7-AA09-B9A3-069C1AFC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Key Business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E6BA4A-8F57-DF81-4BDF-B2F0F993C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187"/>
            <a:ext cx="10515600" cy="4839776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/>
              <a:t>📈 </a:t>
            </a:r>
            <a:r>
              <a:rPr lang="en-US" dirty="0"/>
              <a:t>Weekend load factor (76.9%) is higher than weekday (76.7%), indicating stronger leisure demand</a:t>
            </a:r>
          </a:p>
          <a:p>
            <a:r>
              <a:rPr lang="en-IN" dirty="0"/>
              <a:t>🛫</a:t>
            </a:r>
            <a:r>
              <a:rPr lang="en-US" dirty="0"/>
              <a:t>Peak load factor observed in 2013 (78.12%) Top routes heavily concentrated around major US hub</a:t>
            </a:r>
          </a:p>
          <a:p>
            <a:r>
              <a:rPr lang="en-IN" dirty="0"/>
              <a:t>📊</a:t>
            </a:r>
            <a:r>
              <a:rPr lang="en-US" dirty="0"/>
              <a:t>Capacity utilization gap of 56.5M seats indicates optimization opportunity</a:t>
            </a:r>
          </a:p>
          <a:p>
            <a:r>
              <a:rPr lang="en-IN" dirty="0"/>
              <a:t>⚙</a:t>
            </a:r>
            <a:r>
              <a:rPr lang="en-US" dirty="0"/>
              <a:t> Certain carriers consistently maintain 85%+ seat utilization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05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AF19F-D206-4D3A-91AF-FFB2D066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A44D14-5636-C445-0B65-84995722B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Tools &amp; Techniques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E59F9C-5C7B-C79B-5E22-23205F6B4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187"/>
            <a:ext cx="10515600" cy="4839776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/>
              <a:t> Power Query (Data Cleaning &amp; Transformation)</a:t>
            </a:r>
          </a:p>
          <a:p>
            <a:r>
              <a:rPr lang="en-IN" dirty="0"/>
              <a:t> Data Model &amp; Relationships</a:t>
            </a:r>
          </a:p>
          <a:p>
            <a:r>
              <a:rPr lang="en-IN" dirty="0"/>
              <a:t>DAX Measures (Load Factor %, KPIs)</a:t>
            </a:r>
          </a:p>
          <a:p>
            <a:r>
              <a:rPr lang="en-IN" dirty="0"/>
              <a:t>Pivot Tables &amp; Pivot Charts</a:t>
            </a:r>
          </a:p>
          <a:p>
            <a:r>
              <a:rPr lang="en-IN" dirty="0"/>
              <a:t> Interactive Slicers</a:t>
            </a:r>
          </a:p>
          <a:p>
            <a:r>
              <a:rPr lang="en-IN" dirty="0"/>
              <a:t> Dashboard Design &amp; Data Storytelling</a:t>
            </a:r>
          </a:p>
        </p:txBody>
      </p:sp>
    </p:spTree>
    <p:extLst>
      <p:ext uri="{BB962C8B-B14F-4D97-AF65-F5344CB8AC3E}">
        <p14:creationId xmlns:p14="http://schemas.microsoft.com/office/powerpoint/2010/main" val="338603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Key Business Insights</vt:lpstr>
      <vt:lpstr>Tools &amp; Techniques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chanjal cm</dc:creator>
  <cp:lastModifiedBy>chanjal cm</cp:lastModifiedBy>
  <cp:revision>1</cp:revision>
  <dcterms:created xsi:type="dcterms:W3CDTF">2026-03-01T12:57:03Z</dcterms:created>
  <dcterms:modified xsi:type="dcterms:W3CDTF">2026-03-01T13:15:51Z</dcterms:modified>
</cp:coreProperties>
</file>